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3200400"/>
            <a:ext cx="2286000" cy="22860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Guide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· 타이포그래피 · 버튼 · 배지 · 테이블 · 레이아웃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경기연구원 채용자격검증 웹앱  |  2026-06-19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시스템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· Text · Background · 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컬러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13716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304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#2563EB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74520" y="1554480"/>
            <a:ext cx="13716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74520" y="2304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Dark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#1D4ED8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37560" y="1554480"/>
            <a:ext cx="137160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2304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Light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4871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#3B82F6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00600" y="1554480"/>
            <a:ext cx="137160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304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50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4871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#EFF6FF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2834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&amp; 배경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154680"/>
            <a:ext cx="1371600" cy="731520"/>
          </a:xfrm>
          <a:prstGeom prst="rect">
            <a:avLst/>
          </a:prstGeom>
          <a:solidFill>
            <a:srgbClr val="21212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904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Primary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087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#212121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74520" y="3154680"/>
            <a:ext cx="1371600" cy="731520"/>
          </a:xfrm>
          <a:prstGeom prst="rect">
            <a:avLst/>
          </a:prstGeom>
          <a:solidFill>
            <a:srgbClr val="6B728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74520" y="3904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Secondary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74520" y="4087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#6B7280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7560" y="3154680"/>
            <a:ext cx="1371600" cy="731520"/>
          </a:xfrm>
          <a:prstGeom prst="rect">
            <a:avLst/>
          </a:prstGeom>
          <a:solidFill>
            <a:srgbClr val="9CA3A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37560" y="3904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Muted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4087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#9CA3AF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3154680"/>
            <a:ext cx="1371600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904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4087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#F9FAFB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63640" y="315468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3904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087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#FFFFFF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1480" y="44348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4434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컬러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4754880"/>
            <a:ext cx="137160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5504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56875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#10B981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74520" y="4754880"/>
            <a:ext cx="137160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874520" y="5504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56875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#EF4444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37560" y="4754880"/>
            <a:ext cx="1371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337560" y="5504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Warning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37560" y="56875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#F59E0B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4754880"/>
            <a:ext cx="1371600" cy="731520"/>
          </a:xfrm>
          <a:prstGeom prst="rect">
            <a:avLst/>
          </a:prstGeom>
          <a:solidFill>
            <a:srgbClr val="9CA3A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00600" y="5504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56875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#E5E7EB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타이포그래피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Pretendard — 한글 최적화 폰트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0116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234440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234440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8024" y="123444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234440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123444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63093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1234440"/>
            <a:ext cx="6199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텍스트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56362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1563624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타이틀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156362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8024" y="1563624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1563624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156362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1563624"/>
            <a:ext cx="6309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1563624"/>
            <a:ext cx="6199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채용자격검증 시스템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2002536"/>
            <a:ext cx="20116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" y="2002536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헤더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002536"/>
            <a:ext cx="10972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78024" y="2002536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20440" y="2002536"/>
            <a:ext cx="137160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200253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002536"/>
            <a:ext cx="630936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6904" y="2002536"/>
            <a:ext cx="6199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 상세 검증 결과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244144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" y="2441448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(기본)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244144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78024" y="2441448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13pt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244144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5304" y="2441448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2441448"/>
            <a:ext cx="6309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6904" y="2441448"/>
            <a:ext cx="6199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미확인 2건이 탐지되었습니다.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2880360"/>
            <a:ext cx="20116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" y="288036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텍스트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23160" y="2880360"/>
            <a:ext cx="10972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78024" y="2880360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12pt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20440" y="2880360"/>
            <a:ext cx="137160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75304" y="288036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2880360"/>
            <a:ext cx="630936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46904" y="2880360"/>
            <a:ext cx="6199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소속기관 및 전문분야 정보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331927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" y="3319272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· 캡션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23160" y="331927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78024" y="3319272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11pt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520440" y="3319272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75304" y="33192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92040" y="3319272"/>
            <a:ext cx="6309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46904" y="3319272"/>
            <a:ext cx="6199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/ 논문 / 블라인드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11480" y="3758184"/>
            <a:ext cx="20116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" y="3758184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 텍스트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23160" y="3758184"/>
            <a:ext cx="10972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78024" y="3758184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10pt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520440" y="3758184"/>
            <a:ext cx="137160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75304" y="375818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Bold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92040" y="3758184"/>
            <a:ext cx="630936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46904" y="3758184"/>
            <a:ext cx="6199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 검토  0.85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시스템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변형 · 스타일 변형 · 상태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 변형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액션 (검토완료, 추가)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6002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액션 (Map, 미리보기)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6002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6002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Ghost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최소화 동작 (완료해제, 저장)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20840" y="16002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6002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Danger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 · 경고 액션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23960" y="16002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16002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Disabled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23960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 (opacity 50%)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542032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변형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346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.btn--lg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4472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패딩: 12 / 28px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크기: 1.05rem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radius: 10px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283464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28346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.btn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08960" y="33558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패딩: 10 / 20px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크기: 0.95rem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radius: 10px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40680" y="283464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834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.btn--sm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40680" y="3264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패딩: 6 / 14px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크기: 0.85rem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radius: 8px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06640" y="28346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.btn--icon</a:t>
            </a:r>
            <a:endParaRPr lang="en-US" sz="325" dirty="0"/>
          </a:p>
        </p:txBody>
      </p:sp>
      <p:sp>
        <p:nvSpPr>
          <p:cNvPr id="37" name="Text 35"/>
          <p:cNvSpPr/>
          <p:nvPr/>
        </p:nvSpPr>
        <p:spPr>
          <a:xfrm>
            <a:off x="7406640" y="347472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패딩: 40 × 40px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크기: 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radius: 50%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&amp; 상태 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 상태 · 건수 카운트 · 인라인 배지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 목록 상태 (.rc-status)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15727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1572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0" y="15727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완료: primary 10% bg  |  검토: error 8% bg  |  font-size 0.68rem · weight 700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029968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0299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건수 카운트 (.rc-cnt)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377440"/>
            <a:ext cx="256032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774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" y="237744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3774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377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이상건수 / 전체건수  →  오류: error색 / 전체: muted색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852928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2852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배지 (.rc-badge)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004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5844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--ok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0" y="3200400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32004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0" y="35844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--warn / --miss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3200400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2004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46120" y="35844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--pending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200400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2004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N/A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5844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--na (투명)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3950208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3950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배지 (.badge)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793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78308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42793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5468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42793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2628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42793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구조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 목록 · 평가위원 테이블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 목록 테이블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grid-template-columns: 24px  1fr  36px  36px  50px  52px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365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05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200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8105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이름+직책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1810512"/>
            <a:ext cx="1371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1810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N/M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1810512"/>
            <a:ext cx="1371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810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 N/M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1810512"/>
            <a:ext cx="1645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8105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블라인드 N건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66760" y="1810512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157984"/>
            <a:ext cx="36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5798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2157984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1579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홍길동  |  연구원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77640" y="215798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1579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0" y="215798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21579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2/4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20840" y="215798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1579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66760" y="215798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1579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2505456"/>
            <a:ext cx="36576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50545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" y="2505456"/>
            <a:ext cx="320040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25054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이서연  |  선임연구원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77640" y="2505456"/>
            <a:ext cx="137160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25054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0/6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49240" y="2505456"/>
            <a:ext cx="137160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25054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0/3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20840" y="2505456"/>
            <a:ext cx="164592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5054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66760" y="2505456"/>
            <a:ext cx="182880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30632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평가위원 테이블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1480" y="336499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grid-template-columns: 90px  1.6fr  1fr  90px  65px  65px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3639312"/>
            <a:ext cx="12801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639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691640" y="3639312"/>
            <a:ext cx="2743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91640" y="36393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소속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34840" y="3639312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전문분야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63640" y="3639312"/>
            <a:ext cx="1371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36393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연관성 지수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635240" y="3639312"/>
            <a:ext cx="10058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35240" y="36393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최고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641080" y="3639312"/>
            <a:ext cx="10058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1080" y="36393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최저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11480" y="398678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986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강민철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691640" y="3986784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37360" y="39867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경기연구원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434840" y="398678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80560" y="3986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도시계획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63640" y="398678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3986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635240" y="3986784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80960" y="3986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641080" y="3986784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0" y="3986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0.64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11480" y="440740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연관성 지수·최고·최저 모두 소수점 2자리 표기  |  색상 구분 없이 black 통일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 · 둥글기 · 그림자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 Radius · Shadow · Scrollbar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 Radius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914400" cy="50292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21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--radius-sm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4px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0" y="157276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1214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--radius-md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8px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1572768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1214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--radius-lg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12px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0" y="1572768"/>
            <a:ext cx="1645920" cy="502920"/>
          </a:xfrm>
          <a:prstGeom prst="roundRect">
            <a:avLst>
              <a:gd name="adj" fmla="val 2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121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--radius-xl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16px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52360" y="1572768"/>
            <a:ext cx="640080" cy="502920"/>
          </a:xfrm>
          <a:prstGeom prst="roundRect">
            <a:avLst>
              <a:gd name="adj" fmla="val 909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1214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--radius-circle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633472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그림자 (Shadow)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97180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749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--shadow-sm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버튼·입력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71800" y="297180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71800" y="3749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--shadow-md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카드·드롭다운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32120" y="297180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101600" dir="27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32120" y="3749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--shadow-lg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모달·팝업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92440" y="297180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0" dist="152400" dir="2700000">
              <a:srgbClr val="000000">
                <a:alpha val="11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92440" y="3749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--shadow-xl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최상위 레이어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224528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스크롤바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526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width: 4px  |  thumb: rgba(0,0,0,0.12)  |  border-radius: 2px  |  hover: #9CA3AF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구조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 구조 및 주요 수치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03784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Navbar  (height: 56px)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164592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16459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Sidebar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220px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1664208"/>
            <a:ext cx="8686800" cy="3977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71907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 Content (flex: 1)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93852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max-width: 1200px  ·  margin: 0 auto  ·  padding: 0 16px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2240280"/>
            <a:ext cx="1371600" cy="33375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240280"/>
            <a:ext cx="1371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rc-session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sidebar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180px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11880" y="2240280"/>
            <a:ext cx="7132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2331720"/>
            <a:ext cx="694944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3317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recruit-top-row  (height: 140px)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2542032"/>
            <a:ext cx="164592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5420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Upload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0" y="2542032"/>
            <a:ext cx="50292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542032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Dashboard Cards  ×4  (총인원 / 서류 / 논문 / 블라인드)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703320" y="3154680"/>
            <a:ext cx="6949440" cy="2377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18211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recruit-layout  (flex, gap: 12px)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49040" y="3456432"/>
            <a:ext cx="274320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456432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recruit-list-col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(flex: 4)</a:t>
            </a: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탭바 + 필터 + 목록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0" y="3456432"/>
            <a:ext cx="402336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456432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recruit-detail-col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(flex: 6)</a:t>
            </a: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패널 (2탭)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&amp; 트랜지션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Lucide Icons · 애니메이션 설정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채용자격검증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Lucide Icons 사용 패턴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102412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&lt;i data-lucide="아이콘명" style="width:Xpx;height:Xpx;color:var(--gri-primary);"&gt;&lt;/i&gt;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965960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96596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96596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1965960"/>
            <a:ext cx="5669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8344" y="1965960"/>
            <a:ext cx="5559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위치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258568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225856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11880" y="225856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22585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18px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83480" y="225856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8344" y="225856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인원 카드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532888"/>
            <a:ext cx="32004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" y="253288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file-text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11880" y="2532888"/>
            <a:ext cx="13716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53288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18px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2532888"/>
            <a:ext cx="566928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8344" y="253288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카드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807208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" y="280720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book-open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11880" y="280720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18px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280720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38344" y="280720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 카드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081528"/>
            <a:ext cx="32004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" y="30815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eye-off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11880" y="3081528"/>
            <a:ext cx="13716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66744" y="308152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18px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83480" y="3081528"/>
            <a:ext cx="566928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38344" y="308152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블라인드 카드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3355848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" y="335584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share-2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11880" y="335584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66744" y="33558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13px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83480" y="335584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38344" y="335584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Map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1480" y="3630168"/>
            <a:ext cx="32004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" y="363016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plus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11880" y="3630168"/>
            <a:ext cx="13716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66744" y="36301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13px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83480" y="3630168"/>
            <a:ext cx="566928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38344" y="363016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채용 버튼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3904488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" y="390448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upload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11880" y="390448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66744" y="390448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13px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83480" y="390448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38344" y="390448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업로드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11480" y="4178808"/>
            <a:ext cx="32004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" y="417880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file-spreadsheet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611880" y="4178808"/>
            <a:ext cx="13716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66744" y="41788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14px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83480" y="4178808"/>
            <a:ext cx="566928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38344" y="417880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내보내기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11480" y="4453128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" y="44531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chevron-down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11880" y="445312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66744" y="445312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11px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983480" y="445312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38344" y="445312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드롭다운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32004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" y="472744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cloud-upload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611880" y="4727448"/>
            <a:ext cx="13716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66744" y="4727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20px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983480" y="4727448"/>
            <a:ext cx="566928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38344" y="4727448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주간보고 업로드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11480" y="51206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120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트랜지션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411480" y="5413248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--gri-transition: all 0.2s cubic-bezier(0.4, 0, 0.2, 1)  →  일반 전환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--gri-transition-fast: all 0.15s cubic-bezier(0.4, 0, 0.2, 1)  →  버튼·호버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2026-06-19T04:30:59Z</dcterms:created>
  <dcterms:modified xsi:type="dcterms:W3CDTF">2026-06-19T04:30:59Z</dcterms:modified>
</cp:coreProperties>
</file>